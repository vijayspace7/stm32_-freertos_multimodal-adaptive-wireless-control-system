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Libre Baskerville"/>
      <p:regular r:id="rId18"/>
      <p:bold r:id="rId19"/>
      <p:italic r:id="rId20"/>
    </p:embeddedFont>
    <p:embeddedFont>
      <p:font typeface="Libre Franklin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5" roundtripDataSignature="AMtx7miVXHV7OSgDZRg1dGU3442NSA/I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Baskerville-italic.fntdata"/><Relationship Id="rId22" Type="http://schemas.openxmlformats.org/officeDocument/2006/relationships/font" Target="fonts/LibreFranklinMedium-bold.fntdata"/><Relationship Id="rId21" Type="http://schemas.openxmlformats.org/officeDocument/2006/relationships/font" Target="fonts/LibreFranklinMedium-regular.fntdata"/><Relationship Id="rId24" Type="http://schemas.openxmlformats.org/officeDocument/2006/relationships/font" Target="fonts/LibreFranklinMedium-boldItalic.fntdata"/><Relationship Id="rId23" Type="http://schemas.openxmlformats.org/officeDocument/2006/relationships/font" Target="fonts/LibreFranklin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ibreBaskerville-bold.fntdata"/><Relationship Id="rId18" Type="http://schemas.openxmlformats.org/officeDocument/2006/relationships/font" Target="fonts/LibreBaskervill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jpg"/><Relationship Id="rId4" Type="http://schemas.openxmlformats.org/officeDocument/2006/relationships/image" Target="../media/image16.jpg"/><Relationship Id="rId10" Type="http://schemas.openxmlformats.org/officeDocument/2006/relationships/image" Target="../media/image19.jpg"/><Relationship Id="rId9" Type="http://schemas.openxmlformats.org/officeDocument/2006/relationships/image" Target="../media/image4.jpg"/><Relationship Id="rId5" Type="http://schemas.openxmlformats.org/officeDocument/2006/relationships/image" Target="../media/image10.jpg"/><Relationship Id="rId6" Type="http://schemas.openxmlformats.org/officeDocument/2006/relationships/image" Target="../media/image13.jpg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8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jpg"/><Relationship Id="rId4" Type="http://schemas.openxmlformats.org/officeDocument/2006/relationships/image" Target="../media/image24.png"/><Relationship Id="rId5" Type="http://schemas.openxmlformats.org/officeDocument/2006/relationships/image" Target="../media/image27.jpg"/><Relationship Id="rId6" Type="http://schemas.openxmlformats.org/officeDocument/2006/relationships/image" Target="../media/image2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jpg"/><Relationship Id="rId4" Type="http://schemas.openxmlformats.org/officeDocument/2006/relationships/image" Target="../media/image26.png"/><Relationship Id="rId5" Type="http://schemas.openxmlformats.org/officeDocument/2006/relationships/image" Target="../media/image23.jpg"/><Relationship Id="rId6" Type="http://schemas.openxmlformats.org/officeDocument/2006/relationships/image" Target="../media/image3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PROJECT\1248947.jp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609600" y="1195975"/>
            <a:ext cx="7924800" cy="26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Baskerville"/>
              <a:buNone/>
            </a:pPr>
            <a:r>
              <a:rPr b="1" lang="en-US" sz="4000" u="sng">
                <a:latin typeface="Libre Baskerville"/>
                <a:ea typeface="Libre Baskerville"/>
                <a:cs typeface="Libre Baskerville"/>
                <a:sym typeface="Libre Baskerville"/>
              </a:rPr>
              <a:t>DESIGN of a MULTIMODAL ADAPTIVE WIRELESS CONTROL SYSTEM-MAWCS for DISABLED and ELDER PEOPLE</a:t>
            </a:r>
            <a:endParaRPr/>
          </a:p>
        </p:txBody>
      </p:sp>
      <p:pic>
        <p:nvPicPr>
          <p:cNvPr descr="E:\PROJECT\Lynx-6-Robot-Arm-Combo-Kit-for-PC-serial-port-A-software-package-was-developed-and.png"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894137"/>
            <a:ext cx="4206875" cy="296386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7086600" y="228600"/>
            <a:ext cx="2057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NO –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ECE - 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PROJECT\1248947.jp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 u="sng">
                <a:latin typeface="Libre Franklin Medium"/>
                <a:ea typeface="Libre Franklin Medium"/>
                <a:cs typeface="Libre Franklin Medium"/>
                <a:sym typeface="Libre Franklin Medium"/>
              </a:rPr>
              <a:t>BLOCK DIAGRAM</a:t>
            </a:r>
            <a:endParaRPr/>
          </a:p>
        </p:txBody>
      </p:sp>
      <p:pic>
        <p:nvPicPr>
          <p:cNvPr descr="E:\PROJECT\Capture.JPG"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28800"/>
            <a:ext cx="91440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PROJECT\1248947.jpg"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Pics\ARM.jfif" id="100" name="Google Shape;1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0" y="2286000"/>
            <a:ext cx="4768312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914400" y="533400"/>
            <a:ext cx="7467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AIMED MOVEMENTS OF THE ARM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PROJECT\1248947.jpg"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Pics\Raspberry PI.jpg"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1371600"/>
            <a:ext cx="2286000" cy="1524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Pics\Stepper Motor.jpg" id="108" name="Google Shape;1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4953000" y="1295400"/>
            <a:ext cx="17526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Pics\MIC.jpg" id="109" name="Google Shape;10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3733800"/>
            <a:ext cx="20574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nsors Modules Mpu6050 Gyroscope Accelerometer Temperature Senso..." id="110" name="Google Shape;11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52800" y="3810000"/>
            <a:ext cx="2314702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Pics\Myoware.jpg" id="111" name="Google Shape;11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0" y="4038600"/>
            <a:ext cx="22860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y 2.4GHz NRF24L01 Wireless Arduino Module India - Robomart" id="112" name="Google Shape;11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86600" y="1219200"/>
            <a:ext cx="167640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685800" y="304800"/>
            <a:ext cx="7924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/>
          </a:p>
        </p:txBody>
      </p:sp>
      <p:pic>
        <p:nvPicPr>
          <p:cNvPr descr="See the source image" id="114" name="Google Shape;11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67000" y="1295400"/>
            <a:ext cx="1905000" cy="178443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7086600" y="2971800"/>
            <a:ext cx="20574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nRF24L01 2.4GHz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PROJECT\1248947.jp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685800" y="2667000"/>
            <a:ext cx="78486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u="sng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PHASES OF DEVELOPMENT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PROJECT\1248947.jpg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Pics\MIC.jpg"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513" y="2918059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Pics\Raspberry PI.jpg" id="128" name="Google Shape;12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4700" y="3208890"/>
            <a:ext cx="2514600" cy="1677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Pics\Stepper Motor.jpg" id="129" name="Google Shape;12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6538762" y="2924476"/>
            <a:ext cx="199072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1600200" y="351183"/>
            <a:ext cx="48768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PHASE-1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914400" y="1549204"/>
            <a:ext cx="670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Using Voice Commands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/>
        </p:nvSpPr>
        <p:spPr>
          <a:xfrm>
            <a:off x="228600" y="304800"/>
            <a:ext cx="2209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:\PROJECT\1248947.jpg"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2400" y="304800"/>
            <a:ext cx="4572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Lynx-6-Robot-Arm-Combo-Kit-for-PC-serial-port-A-software-package-was-developed-and.png" id="139" name="Google Shape;13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4953000" y="3872439"/>
            <a:ext cx="3950099" cy="2782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8245076">
            <a:off x="4360069" y="2892407"/>
            <a:ext cx="1185862" cy="75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PROJECT\1248947.jpg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PROJECT\1248947.jpg"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Pics\2.png" id="151" name="Google Shape;15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2438400"/>
            <a:ext cx="2438400" cy="2157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Pics\Myoware.jpg" id="152" name="Google Shape;15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259080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9"/>
          <p:cNvSpPr txBox="1"/>
          <p:nvPr/>
        </p:nvSpPr>
        <p:spPr>
          <a:xfrm>
            <a:off x="3200400" y="533400"/>
            <a:ext cx="228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PHASE-2</a:t>
            </a:r>
            <a:endParaRPr/>
          </a:p>
        </p:txBody>
      </p:sp>
      <p:pic>
        <p:nvPicPr>
          <p:cNvPr descr="E:\PROJECT\Pics\Stepper Motor.jpg" id="154" name="Google Shape;15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6705600" y="2590800"/>
            <a:ext cx="199072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/>
        </p:nvSpPr>
        <p:spPr>
          <a:xfrm>
            <a:off x="533400" y="4495800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EMG Sensor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PROJECT\1248947.jpg"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PROJECT\Pics\MPU DoF.png" id="161" name="Google Shape;16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2514600"/>
            <a:ext cx="2667000" cy="2048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nsors Modules Mpu6050 Gyroscope Accelerometer Temperature Senso..." id="162" name="Google Shape;16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" y="2209800"/>
            <a:ext cx="311594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0"/>
          <p:cNvSpPr txBox="1"/>
          <p:nvPr/>
        </p:nvSpPr>
        <p:spPr>
          <a:xfrm>
            <a:off x="1219200" y="762000"/>
            <a:ext cx="6553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PHASE-3</a:t>
            </a:r>
            <a:endParaRPr/>
          </a:p>
        </p:txBody>
      </p:sp>
      <p:pic>
        <p:nvPicPr>
          <p:cNvPr descr="E:\PROJECT\Pics\Stepper Motor.jpg" id="164" name="Google Shape;16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6629400" y="2438400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 txBox="1"/>
          <p:nvPr/>
        </p:nvSpPr>
        <p:spPr>
          <a:xfrm>
            <a:off x="533400" y="4876800"/>
            <a:ext cx="2438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MPU6050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PROJECT\1248947.jpg" id="170" name="Google Shape;1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 txBox="1"/>
          <p:nvPr/>
        </p:nvSpPr>
        <p:spPr>
          <a:xfrm>
            <a:off x="152400" y="838200"/>
            <a:ext cx="8763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PHASE-4</a:t>
            </a:r>
            <a:endParaRPr/>
          </a:p>
        </p:txBody>
      </p:sp>
      <p:sp>
        <p:nvSpPr>
          <p:cNvPr id="172" name="Google Shape;172;p11"/>
          <p:cNvSpPr txBox="1"/>
          <p:nvPr/>
        </p:nvSpPr>
        <p:spPr>
          <a:xfrm>
            <a:off x="914400" y="2514600"/>
            <a:ext cx="76962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we integrate all the above phases and build a body for the arm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PROJECT\1248947.jpg" id="177" name="Google Shape;1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2"/>
          <p:cNvSpPr txBox="1"/>
          <p:nvPr/>
        </p:nvSpPr>
        <p:spPr>
          <a:xfrm>
            <a:off x="2590800" y="3124200"/>
            <a:ext cx="4800600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Members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 Prabath          -18KD1A04E9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U. Vijay Teja       -18KD1A04F8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P. Sai Surya Teja -18KD1A04C9</a:t>
            </a:r>
            <a:endParaRPr/>
          </a:p>
        </p:txBody>
      </p:sp>
      <p:sp>
        <p:nvSpPr>
          <p:cNvPr id="179" name="Google Shape;179;p12"/>
          <p:cNvSpPr txBox="1"/>
          <p:nvPr/>
        </p:nvSpPr>
        <p:spPr>
          <a:xfrm>
            <a:off x="2629543" y="1219200"/>
            <a:ext cx="492474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Guide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Mr. S.S. Kiran, M.Tech, (PhD)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Surya</dc:creator>
</cp:coreProperties>
</file>